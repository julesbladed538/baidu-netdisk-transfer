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百度网盘  服务器双向文件传输</a:t>
            </a:r>
          </a:p>
          <a:p>
            <a:pPr algn="ctr">
              <a:spcBef>
                <a:spcPts val="1600"/>
              </a:spcBef>
              <a:defRPr sz="2000">
                <a:solidFill>
                  <a:srgbClr val="CCDDFF"/>
                </a:solidFill>
              </a:defRPr>
            </a:pPr>
            <a:r>
              <a:t>小白操作指南  |  bypy v1.8.9 + aria2c v1.35.0  | 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为什么需要 bypy？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传统方式：网盘  Windows  服务器（两跳，受本地带宽限制）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bypy 方式：网盘  服务器（一跳，利用服务器高速带宽）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速度可达 40 MB/s+，343GB 测序数据 2.6 小时完成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bypy + aria2c 支持断点续传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nohup 保护，退出 SSH 不中断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MD5 校验保证数据无损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bypy 仅能访问「我的应用数据 &gt; bypy」目录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第一步：安装（仅一次）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方案A（有 sudo）：pip install bypy &amp;&amp; sudo apt-get install -y aria2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方案B（无 sudo） 用户态安装，零系统影响：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下载 aria2c 静态编译版  ~/.local/bin/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pip install --user bypy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PATH 加 ~/.local/bin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隔离原则：只写 ~/.local/，不碰系统路径！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禁止 LD_LIBRARY_PATH 写入 ~/.bashrc！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第二步：授权 bypy（仅一次）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终端运行 bypy info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复制输出的 URL 到浏览器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登录百度账号，点击"授权"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回到终端按回车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看到 Quota 信息  授权成功！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示例：Quota: 40.007TB / Used: 37.555TB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目录对应关系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1887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网页端路径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CLI 路径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我的应用数据/bypy/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根目录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我的应用数据/bypy/项目/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/项目/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子目录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我的应用数据/bypy/项目/S1.fastq.gz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/项目/S1.fastq.gz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0000"/>
                </a:solidFill>
              </a:defRPr>
            </a:pPr>
            <a:r>
              <a:t>文件放在 我的应用数据/bypy/ 下，bypy 才能看到！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下行：百度网盘  服务器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流程：查看  下载  校验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bypy list                          列出网盘文件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bypy --downloader aria2c download 文件 ./      下载单个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nohup bypy --downloader aria2c download 文件 ./ &gt; log 2&gt;&amp;1 &amp;   并行下载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命令拆解（逐字）：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nohup = 退出SSH不中断  |  --downloader aria2c = 高速下载引擎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download = 下载  |  ./ = 当前目录  |  &amp; = 后台运行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并行策略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1887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文件大小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建议并行数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预计速度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小文件 (&lt;500MB)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6-8 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40-60 MB/s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中等 (0.5-5GB)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4-6 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30-50 MB/s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大文件 (&gt;5GB)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2-4 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20-40 MB/s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0000"/>
                </a:solidFill>
              </a:defRPr>
            </a:pPr>
            <a:r>
              <a:t>凌晨速度最快，白天可能降至一半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监控下载进度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ls -lh *.fastq.gz          看文件大小是否增长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ps aux | grep bypy         看进程是否活着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tail -f dl_1.log           实时日志（Ctrl+C 退出）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du -sh .                   看目录总大小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df -h .                    看磁盘剩余空间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判断是否卡住：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ls -lh 文件  sleep 10  ls -lh 文件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增长了 = 正常  |  没变 = 可能卡住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MD5 校验（必须做！）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下载完成后一定要校验，确保文件完整无损：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nohup md5sum -c md5.txt &gt; md5_result.txt 2&gt;&amp;1 &amp;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查看结果：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grep -c OK md5_result.txt        通过数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grep -c FAIL md5_result.txt      失败数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期望：全部 OK！有 FAILED  重新下载（支持断点续传）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上行：服务器  百度网盘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上传限制： 8,388,608 字节（8 MiB）可命令行直传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&gt; 8 MiB 必须用网页端上传！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小文件（ 8 MiB）：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bypy --disable-ssl-check --on-dup overwrite upload 文件 /目录/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大文件（&gt; 8 MiB）：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网页端 pan.baidu.com  我的应用数据  bypy  上传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确认：bypy list /目录/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上传参数说明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--disable-ssl-check  跳过 SSL 证书验证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部分服务器 SSL 握手超时导致上传卡住，加此参数解决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--on-dup overwrite  覆盖网盘已有同名文件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不加此参数，遇到同名文件会报错"文件已存在"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中文文件名：完全支持，无需转码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8 MiB 往返 MD5 校验：完全一致，数据无损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故障排查（一）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950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现象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download 卡在 &lt;-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默认下载方式不兼容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加 --downloader aria2c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upload 卡住 (&gt;8MiB)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PCS API 限制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用网页端上传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upload 卡住 ( 8MiB)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SSL 证书问题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加 --disable-ssl-check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list 看不到文件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文件不在 bypy 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移到 我的应用数据/bypy/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故障排查（二）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950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现象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授权过期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Token 失效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重新 bypy info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下载速度 &lt;5 MB/s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没用 aria2c / 并行不足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加下载器 + 多进程并行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SSH 断开下载也停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没用 nohup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加 nohup ... &amp;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MD5 校验 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传输不完整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重新下载（支持断点续传）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实战案例：343GB 测序数据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食蟹猴皮肤褥疮单细胞测序数据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数据量：343.72 GB（32 个 fastq.gz）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方法：6 个并行 bypy + aria2c，nohup 后台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耗时：155 分钟（约 2.6 小时）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速度：平均 39.6 MB/s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校验：32/32 MD5 全部通过 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功能验证测试报告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3226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测试项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无 sudo 用户态安装 + 隔离验证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小文件下行（txt, 73B）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大文件下行（12MB, 4.0 MiB/s）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中文文件名下行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 MiB 文件上行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SSL 跳过模式上行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中文文件名上行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 MiB 往返 MD5 完全一致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343GB 实战 32/32 MD5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bypy remove 清理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上传边界测试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7926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文件大小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字节数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5,242,880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6,291,456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7,340,032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 MB (8 MiB)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8,388,608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OK 通过！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 MB (9 MiB)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9,437,184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FAIL 挂起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10,485,760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FAIL 挂起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0000"/>
                </a:solidFill>
              </a:defRPr>
            </a:pPr>
            <a:r>
              <a:t>精确边界：8,388,608 字节，8 MiB 往返 MD5 完全一致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操作前检查清单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bypy --version 能正常输出？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aria2c --version 能正常输出？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bypy info 能看到配额？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文件在 我的应用数据/bypy/ 下？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下载加了 --downloader aria2c？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上传文件  8,388,608 字节？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大文件上传用网页端？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上传加了 --disable-ssl-check？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长时间任务用了 nohup？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下载完跑了 MD5 校验？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校验结果全部 OK？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命令速查总结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【下载】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bypy list                              列出文件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bypy --downloader aria2c download F ./ 下载单个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nohup bypy --downloader aria2c download F ./ &gt; L 2&gt;&amp;1 &amp;  并行下载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【上传】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md5sum *.fq.gz &gt; md5.txt                生成 MD5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bypy --disable-ssl-check --on-dup overwrite upload F /D/  上传 8MiB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网页端上传 &gt;8MiB 文件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【校验】 nohup md5sum -c md5.txt &gt; R 2&gt;&amp;1 &amp;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【清理】 bypy remove /路径/文件名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【配额】 bypy quota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